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8r9D8YeK6OoeY4dO1Gp+i4MnK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ef6d96d5c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cef6d96d5c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ef6d96d5c_0_54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ef6d96d5c_0_5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ef6d96d5c_0_5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3" name="Google Shape;13;g3cef6d96d5c_0_5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g3cef6d96d5c_0_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ef6d96d5c_0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FFFFFF"/>
                </a:solidFill>
              </a:rPr>
              <a:t>150. Cyber Security Ethical Hacking Simulator</a:t>
            </a:r>
            <a:endParaRPr b="1"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                                                           </a:t>
            </a:r>
            <a:r>
              <a:rPr b="1" lang="en-US" sz="1800">
                <a:solidFill>
                  <a:schemeClr val="lt1"/>
                </a:solidFill>
              </a:rPr>
              <a:t>  </a:t>
            </a:r>
            <a:r>
              <a:rPr b="1" lang="en-US" sz="1500">
                <a:solidFill>
                  <a:srgbClr val="FFFFFF"/>
                </a:solidFill>
              </a:rPr>
              <a:t>Pratik Kumar Swain</a:t>
            </a:r>
            <a:endParaRPr b="1"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 </a:t>
            </a:r>
            <a:endParaRPr b="1" sz="1500">
              <a:solidFill>
                <a:schemeClr val="lt1"/>
              </a:solidFill>
            </a:endParaRPr>
          </a:p>
        </p:txBody>
      </p:sp>
      <p:pic>
        <p:nvPicPr>
          <p:cNvPr id="20" name="Google Shape;20;g3cef6d96d5c_0_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74320" y="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005840" y="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Cybersecurity students need safe environments to understand ethical hacking concepts. The goal is to develop a browser-based Ethical Hacking Simulator that demonstrates security concepts like password cracking logic, phishing awareness, and vulnerability testing in a controlled, educational format.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57200" y="2157952"/>
            <a:ext cx="2606100" cy="16905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8735" y="2366003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No Safe Sandbox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860" y="2365990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Students can't experiment with real attack vectors safely.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3269000" y="2157924"/>
            <a:ext cx="2606100" cy="16905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3268978" y="2157998"/>
            <a:ext cx="2606100" cy="7320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406188" y="2366003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Too Theoretical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06238" y="2366003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Phishing and brute-force concepts are abstract without simulation.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080800" y="2157899"/>
            <a:ext cx="2606100" cy="16905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6080805" y="2157998"/>
            <a:ext cx="2606100" cy="7320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165915" y="2441478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Weak Assessment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165915" y="2313565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Traditional tests can't measure practical security skills.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153" y="2157960"/>
            <a:ext cx="2606100" cy="7320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" name="Google Shape;4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000" y="4038500"/>
            <a:ext cx="1105000" cy="11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74320" y="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05840" y="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 browser-based simulator teaching cybersecurity through hands-on, ethical, and safe scenarios.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96125" y="1417325"/>
            <a:ext cx="4023300" cy="12801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94360" y="2011680"/>
            <a:ext cx="411480" cy="41148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94360" y="2011680"/>
            <a:ext cx="411480" cy="411480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43000" y="1691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Password Strength Checker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43000" y="21488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Real-time analysis with entropy scoring and strength feedback.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00575" y="1371600"/>
            <a:ext cx="4023300" cy="12801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937760" y="2011680"/>
            <a:ext cx="411480" cy="41148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4937760" y="2011680"/>
            <a:ext cx="411480" cy="411480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486400" y="1691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Phishing Detection Quiz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0" y="21488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Interactive quiz to identify phishing emails and web pages.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96100" y="2788935"/>
            <a:ext cx="4023300" cy="12801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143000" y="32004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Brute-Force Simulator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143000" y="36576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Visual simulation of how weak passwords can be cracked.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800575" y="2788935"/>
            <a:ext cx="4023300" cy="12801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937760" y="3520440"/>
            <a:ext cx="411480" cy="411480"/>
          </a:xfrm>
          <a:prstGeom prst="ellips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937760" y="3520440"/>
            <a:ext cx="411480" cy="411480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00" y="320035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Vulnerability Scoring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0" y="36576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Scenario-based scoring with instant security feedback.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051" y="4114751"/>
            <a:ext cx="1044950" cy="10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274320" y="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005840" y="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Method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User Journey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57200" y="1371600"/>
            <a:ext cx="1371600" cy="86868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57200" y="13716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828800" y="146304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084832" y="1371600"/>
            <a:ext cx="1371600" cy="86868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084832" y="13716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456432" y="146304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712464" y="1371600"/>
            <a:ext cx="1371600" cy="86868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712464" y="13716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084064" y="146304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340096" y="1371600"/>
            <a:ext cx="1371600" cy="86868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340096" y="13716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711696" y="1463040"/>
            <a:ext cx="2560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967728" y="1371600"/>
            <a:ext cx="1371600" cy="86868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967728" y="13716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Technical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57200" y="2880350"/>
            <a:ext cx="2606100" cy="10536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57200" y="2880360"/>
            <a:ext cx="26060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457200" y="2880360"/>
            <a:ext cx="2606040" cy="384048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21060" y="2971873"/>
            <a:ext cx="233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Simulation dashboard · Vulnerability panel · Progress tracker · Scenario menu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291850" y="2880354"/>
            <a:ext cx="2606100" cy="10536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3291840" y="2880360"/>
            <a:ext cx="26060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3291840" y="2880360"/>
            <a:ext cx="2606040" cy="384048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323750" y="2971860"/>
            <a:ext cx="233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Dark terminal UI · Console-style design · Animated CLI effects · Responsive layout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126475" y="2880354"/>
            <a:ext cx="2606100" cy="10536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126480" y="2880360"/>
            <a:ext cx="2606040" cy="38404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126480" y="2880360"/>
            <a:ext cx="2606040" cy="384048"/>
          </a:xfrm>
          <a:prstGeom prst="rect">
            <a:avLst/>
          </a:prstGeom>
          <a:solidFill>
            <a:srgbClr val="A81B50"/>
          </a:solidFill>
          <a:ln cap="flat" cmpd="sng" w="9525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175340" y="2971860"/>
            <a:ext cx="233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Password algorithm · Brute-force logic · Quiz engine · Vulnerability scoring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0399" y="4089899"/>
            <a:ext cx="1053600" cy="10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74320" y="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005840" y="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The Cyber Security Ethical Hacking Simulator bridges the gap between theory and practice — giving students a safe, ethical, and engaging environment to build real security skills.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57200" y="1920240"/>
            <a:ext cx="4023360" cy="10515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57200" y="1920240"/>
            <a:ext cx="91440" cy="10515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85800" y="20116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Practical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85800" y="239572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Hands-on understanding of attack vectors and prevention.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00600" y="1920240"/>
            <a:ext cx="4023360" cy="10515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800600" y="1920240"/>
            <a:ext cx="91440" cy="10515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029200" y="20116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Safe Environment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0" y="239572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All simulations are sandboxed — no real systems at risk.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57200" y="3200400"/>
            <a:ext cx="4023300" cy="10515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57200" y="3200400"/>
            <a:ext cx="91440" cy="10515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85800" y="3291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Ethical Focus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85800" y="367588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Every module emphasizes responsible, defensive strategies.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00600" y="3200400"/>
            <a:ext cx="4023360" cy="105156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800600" y="3200400"/>
            <a:ext cx="91440" cy="1051560"/>
          </a:xfrm>
          <a:prstGeom prst="rect">
            <a:avLst/>
          </a:prstGeom>
          <a:solidFill>
            <a:srgbClr val="A81B50"/>
          </a:solidFill>
          <a:ln cap="flat" cmpd="sng" w="12700">
            <a:solidFill>
              <a:srgbClr val="A81B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029200" y="32918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Measurable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0" y="3675888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Progress tracking and scoring provide clear learning evidence.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401" y="4251901"/>
            <a:ext cx="891600" cy="8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ef6d96d5c_0_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49" name="Google Shape;149;g3cef6d96d5c_0_5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2026-03-11T12:35:58Z</dcterms:created>
  <dc:creator>PptxGenJS</dc:creator>
</cp:coreProperties>
</file>